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4630400" cy="8229600"/>
  <p:notesSz cx="8229600" cy="14630400"/>
  <p:embeddedFontLst>
    <p:embeddedFont>
      <p:font typeface="Geist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02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50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697950"/>
            <a:ext cx="2013704" cy="371832"/>
          </a:xfrm>
          <a:prstGeom prst="roundRect">
            <a:avLst>
              <a:gd name="adj" fmla="val 20497"/>
            </a:avLst>
          </a:prstGeom>
          <a:solidFill>
            <a:srgbClr val="00194D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1765935"/>
            <a:ext cx="1741527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 PROJECT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160508"/>
            <a:ext cx="75564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Online Examination System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3974902"/>
            <a:ext cx="75564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modern, full-stack web application for conducting and managing online exams — designed with a structured relational database, role-based access, and automated evaluation.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80190" y="5114449"/>
            <a:ext cx="7556421" cy="141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Ahmed </a:t>
            </a:r>
            <a:r>
              <a:rPr lang="en-US" sz="200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Medhat</a:t>
            </a:r>
            <a:endParaRPr lang="en-US" sz="20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Amna </a:t>
            </a:r>
            <a:r>
              <a:rPr lang="en-US" sz="20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Ezzat</a:t>
            </a:r>
            <a:r>
              <a:rPr lang="en-US" sz="2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200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Abdelsalam</a:t>
            </a:r>
            <a:endParaRPr lang="en-US" sz="2000" dirty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Sana Mohamed</a:t>
            </a:r>
            <a:endParaRPr lang="en-US" sz="20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</a:t>
            </a:r>
            <a:r>
              <a:rPr lang="en-US" sz="200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</a:t>
            </a:r>
            <a:r>
              <a:rPr lang="en-US" sz="200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Gamal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4" t="77279" r="23093" b="14919"/>
          <a:stretch/>
        </p:blipFill>
        <p:spPr>
          <a:xfrm>
            <a:off x="12402206" y="7788164"/>
            <a:ext cx="2228194" cy="4414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3906"/>
            <a:ext cx="5387102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Overview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1781294"/>
            <a:ext cx="7556421" cy="8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full-stack web application for conducting and managing online exams. The system streamlines exam creation, remote access, and evaluation into a single platform.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2830949"/>
            <a:ext cx="3675817" cy="2346603"/>
          </a:xfrm>
          <a:prstGeom prst="roundRect">
            <a:avLst>
              <a:gd name="adj" fmla="val 3857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34" y="3069193"/>
            <a:ext cx="646390" cy="6463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2034" y="3920252"/>
            <a:ext cx="283440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Digital Exam Creation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032034" y="4393049"/>
            <a:ext cx="3199328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and manage exams entirely online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4674275" y="2830949"/>
            <a:ext cx="3675936" cy="2346603"/>
          </a:xfrm>
          <a:prstGeom prst="roundRect">
            <a:avLst>
              <a:gd name="adj" fmla="val 3857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2519" y="3069193"/>
            <a:ext cx="646390" cy="64639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12519" y="3920252"/>
            <a:ext cx="26935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Remote Access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4912519" y="4393049"/>
            <a:ext cx="3199447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Students can take exams from anywhere</a:t>
            </a:r>
            <a:endParaRPr lang="en-US" sz="1650" dirty="0"/>
          </a:p>
        </p:txBody>
      </p:sp>
      <p:sp>
        <p:nvSpPr>
          <p:cNvPr id="15" name="Shape 8"/>
          <p:cNvSpPr/>
          <p:nvPr/>
        </p:nvSpPr>
        <p:spPr>
          <a:xfrm>
            <a:off x="793790" y="5382220"/>
            <a:ext cx="7556421" cy="2073473"/>
          </a:xfrm>
          <a:prstGeom prst="roundRect">
            <a:avLst>
              <a:gd name="adj" fmla="val 436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034" y="5620464"/>
            <a:ext cx="646390" cy="64639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32034" y="6471523"/>
            <a:ext cx="2693551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 Grading</a:t>
            </a:r>
            <a:endParaRPr lang="en-US" sz="2100" dirty="0"/>
          </a:p>
        </p:txBody>
      </p:sp>
      <p:sp>
        <p:nvSpPr>
          <p:cNvPr id="19" name="Text 10"/>
          <p:cNvSpPr/>
          <p:nvPr/>
        </p:nvSpPr>
        <p:spPr>
          <a:xfrm>
            <a:off x="1032034" y="6944320"/>
            <a:ext cx="7079933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Automatic evaluation and instant results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4972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5716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project aims to deliver a reliable, scalable online examination platform with a well-structured database and automated evaluation.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00626"/>
            <a:ext cx="4196358" cy="2213253"/>
          </a:xfrm>
          <a:prstGeom prst="roundRect">
            <a:avLst>
              <a:gd name="adj" fmla="val 6610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70146"/>
            <a:ext cx="4196358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276046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761" y="2923818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51084" y="3667601"/>
            <a:ext cx="291107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Structured Database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4172188"/>
            <a:ext cx="368177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a relational database with Primary &amp; Foreign Keys for data integrity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3100626"/>
            <a:ext cx="4196358" cy="2213253"/>
          </a:xfrm>
          <a:prstGeom prst="roundRect">
            <a:avLst>
              <a:gd name="adj" fmla="val 6610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070146"/>
            <a:ext cx="4196358" cy="12192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760464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78933" y="2923818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5474256" y="366760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Multi-Role Support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474256" y="4172188"/>
            <a:ext cx="368177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distinct roles for Students and Instructors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9640133" y="3100626"/>
            <a:ext cx="4196358" cy="2213253"/>
          </a:xfrm>
          <a:prstGeom prst="roundRect">
            <a:avLst>
              <a:gd name="adj" fmla="val 6610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070146"/>
            <a:ext cx="4196358" cy="12192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2760464"/>
            <a:ext cx="680442" cy="6804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02105" y="2923818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9897427" y="366760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 Management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9897427" y="4172188"/>
            <a:ext cx="368177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 exams, questions, and answers efficiently</a:t>
            </a:r>
            <a:endParaRPr lang="en-US" sz="1750" dirty="0"/>
          </a:p>
        </p:txBody>
      </p:sp>
      <p:sp>
        <p:nvSpPr>
          <p:cNvPr id="22" name="Shape 14"/>
          <p:cNvSpPr/>
          <p:nvPr/>
        </p:nvSpPr>
        <p:spPr>
          <a:xfrm>
            <a:off x="793790" y="5880854"/>
            <a:ext cx="6407944" cy="1623655"/>
          </a:xfrm>
          <a:prstGeom prst="roundRect">
            <a:avLst>
              <a:gd name="adj" fmla="val 9011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850374"/>
            <a:ext cx="6407944" cy="12192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540693"/>
            <a:ext cx="680442" cy="68044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61614" y="5704046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16"/>
          <p:cNvSpPr/>
          <p:nvPr/>
        </p:nvSpPr>
        <p:spPr>
          <a:xfrm>
            <a:off x="1051084" y="644783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Automated Scoring</a:t>
            </a:r>
            <a:endParaRPr lang="en-US" sz="2200" dirty="0"/>
          </a:p>
        </p:txBody>
      </p:sp>
      <p:sp>
        <p:nvSpPr>
          <p:cNvPr id="27" name="Text 17"/>
          <p:cNvSpPr/>
          <p:nvPr/>
        </p:nvSpPr>
        <p:spPr>
          <a:xfrm>
            <a:off x="1051084" y="6952417"/>
            <a:ext cx="58933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 evaluation and scoring of student submissions</a:t>
            </a:r>
            <a:endParaRPr lang="en-US" sz="1750" dirty="0"/>
          </a:p>
        </p:txBody>
      </p:sp>
      <p:sp>
        <p:nvSpPr>
          <p:cNvPr id="28" name="Shape 18"/>
          <p:cNvSpPr/>
          <p:nvPr/>
        </p:nvSpPr>
        <p:spPr>
          <a:xfrm>
            <a:off x="7428548" y="5880854"/>
            <a:ext cx="6407944" cy="1623655"/>
          </a:xfrm>
          <a:prstGeom prst="roundRect">
            <a:avLst>
              <a:gd name="adj" fmla="val 9011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850374"/>
            <a:ext cx="6407944" cy="12192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5540693"/>
            <a:ext cx="680442" cy="68044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496371" y="5704046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20"/>
          <p:cNvSpPr/>
          <p:nvPr/>
        </p:nvSpPr>
        <p:spPr>
          <a:xfrm>
            <a:off x="7685842" y="644783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33" name="Text 21"/>
          <p:cNvSpPr/>
          <p:nvPr/>
        </p:nvSpPr>
        <p:spPr>
          <a:xfrm>
            <a:off x="7685842" y="6952417"/>
            <a:ext cx="58933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scalability for future improvements</a:t>
            </a:r>
            <a:endParaRPr lang="en-US" sz="175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4" t="77279" r="23093" b="14919"/>
          <a:stretch/>
        </p:blipFill>
        <p:spPr>
          <a:xfrm>
            <a:off x="12402206" y="7788164"/>
            <a:ext cx="2228194" cy="4414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7105"/>
            <a:ext cx="9399984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 Design — ERD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9862" y="2115860"/>
            <a:ext cx="624470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database includes eight key entities with defined relationships (1:M, M:N) enforced through Primary and Foreign Keys.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93790" y="4758095"/>
            <a:ext cx="4196358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3464" y="5007769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43464" y="5512356"/>
            <a:ext cx="36970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 user records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4758095"/>
            <a:ext cx="4196358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66636" y="5007769"/>
            <a:ext cx="315587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Students &amp; Instructors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66636" y="5512356"/>
            <a:ext cx="36970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Role-specific tables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4758095"/>
            <a:ext cx="4196358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89808" y="5007769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Exams &amp; Questions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89808" y="5512356"/>
            <a:ext cx="36970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 content storage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6283643"/>
            <a:ext cx="6407944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3464" y="653331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Answers &amp; Results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43464" y="7037903"/>
            <a:ext cx="590859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Student submissions and scores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428548" y="6283643"/>
            <a:ext cx="6407944" cy="1298734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78222" y="653331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Categories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678222" y="7037903"/>
            <a:ext cx="590859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 classification</a:t>
            </a:r>
            <a:endParaRPr lang="en-US" sz="17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4" t="77279" r="23093" b="14919"/>
          <a:stretch/>
        </p:blipFill>
        <p:spPr>
          <a:xfrm>
            <a:off x="12402206" y="7788164"/>
            <a:ext cx="2228194" cy="4414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8725"/>
            <a:ext cx="7194947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06003"/>
            <a:ext cx="7556421" cy="2046923"/>
          </a:xfrm>
          <a:prstGeom prst="roundRect">
            <a:avLst>
              <a:gd name="adj" fmla="val 465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464" y="2555677"/>
            <a:ext cx="3016568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F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✅</a:t>
            </a: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What We Achieved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43464" y="3060263"/>
            <a:ext cx="7057073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 and scalable system for online exams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multiple user roles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evaluation and scoring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579739"/>
            <a:ext cx="7556421" cy="2421017"/>
          </a:xfrm>
          <a:prstGeom prst="roundRect">
            <a:avLst>
              <a:gd name="adj" fmla="val 393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3464" y="4829413"/>
            <a:ext cx="3379827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F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🔭</a:t>
            </a: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Future Improvements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3464" y="5334000"/>
            <a:ext cx="7057073" cy="141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Enhanced authentication &amp; security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exam support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UI/UX improvements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Advanced analytics &amp; reporting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4" t="77279" r="23093" b="14919"/>
          <a:stretch/>
        </p:blipFill>
        <p:spPr>
          <a:xfrm>
            <a:off x="12402206" y="7788164"/>
            <a:ext cx="2228194" cy="4414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8720" y="3719554"/>
            <a:ext cx="4259499" cy="729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800"/>
              </a:lnSpc>
            </a:pPr>
            <a:r>
              <a:rPr lang="en-US" sz="2400" b="1" dirty="0" smtClean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Entity Relationship Diagram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219" y="266258"/>
            <a:ext cx="4907828" cy="783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9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268</Words>
  <Application>Microsoft Office PowerPoint</Application>
  <PresentationFormat>Custom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Geist</vt:lpstr>
      <vt:lpstr>Calibri</vt:lpstr>
      <vt:lpstr>Geist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KimoStore</cp:lastModifiedBy>
  <cp:revision>9</cp:revision>
  <dcterms:created xsi:type="dcterms:W3CDTF">2026-04-17T14:25:19Z</dcterms:created>
  <dcterms:modified xsi:type="dcterms:W3CDTF">2026-04-21T21:50:30Z</dcterms:modified>
</cp:coreProperties>
</file>